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91314a2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91314a2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91314a2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91314a2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d91314a2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d91314a2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d91314a29_18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d91314a29_18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91314a29_18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91314a29_18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da60aadaa_7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da60aadaa_7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6db19f6bb_1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6db19f6bb_1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6db19f6bb_2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6db19f6bb_2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8weeksqlchallenge.com/case-study-7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mailto:biswajitsasmal.data@gmail.com" TargetMode="External"/><Relationship Id="rId7" Type="http://schemas.openxmlformats.org/officeDocument/2006/relationships/hyperlink" Target="https://www.linkedin.com/in/biswajitsasmal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hyperlink" Target="https://github.com/Coderbiswajit24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BE5A54-6582-2D5A-253D-3849875345A1}"/>
              </a:ext>
            </a:extLst>
          </p:cNvPr>
          <p:cNvSpPr txBox="1"/>
          <p:nvPr/>
        </p:nvSpPr>
        <p:spPr>
          <a:xfrm>
            <a:off x="6437971" y="4560954"/>
            <a:ext cx="2706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: BISWAJIT SASMAL</a:t>
            </a: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14</a:t>
            </a:r>
            <a:r>
              <a:rPr lang="en-IN" b="1" baseline="30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February 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29" r="19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descr="Beautify this slides with text size 28 so that everyone can understand every text with same background of the previous slid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 rotWithShape="1">
          <a:blip r:embed="rId3">
            <a:alphaModFix/>
          </a:blip>
          <a:srcRect l="29" r="19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descr="but one thing is missing please add same background color of previous slides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9EEB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descr="add text font size with 28 so that everyone can understand easily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749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1D700-A3B0-704C-E8A4-6C3DD8D144B7}"/>
              </a:ext>
            </a:extLst>
          </p:cNvPr>
          <p:cNvSpPr txBox="1"/>
          <p:nvPr/>
        </p:nvSpPr>
        <p:spPr>
          <a:xfrm>
            <a:off x="2535045" y="260194"/>
            <a:ext cx="47875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Thank You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D6736F-75EE-84EA-DFD6-EC3547447D80}"/>
              </a:ext>
            </a:extLst>
          </p:cNvPr>
          <p:cNvSpPr txBox="1"/>
          <p:nvPr/>
        </p:nvSpPr>
        <p:spPr>
          <a:xfrm>
            <a:off x="4207727" y="1330712"/>
            <a:ext cx="3114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BISWAJIT SASMAL</a:t>
            </a:r>
          </a:p>
          <a:p>
            <a:pPr algn="ctr"/>
            <a:r>
              <a:rPr lang="en-IN" sz="20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Aspiring Data Analyst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1C09F-6A46-217A-1644-2C8D25146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949" y="1074582"/>
            <a:ext cx="1342051" cy="1383698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C8E321-8252-5D5F-9B50-DFB3CBED7E5D}"/>
              </a:ext>
            </a:extLst>
          </p:cNvPr>
          <p:cNvSpPr txBox="1"/>
          <p:nvPr/>
        </p:nvSpPr>
        <p:spPr>
          <a:xfrm>
            <a:off x="3166947" y="2685221"/>
            <a:ext cx="322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Connect With Me</a:t>
            </a:r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48489A6E-1C96-3524-21B7-2CD2EE4D6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979" y="3392111"/>
            <a:ext cx="564995" cy="564995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1DD0F505-A418-7E47-797A-483DA8675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742" y="3392110"/>
            <a:ext cx="1063851" cy="564996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85C5DFCD-CB7E-2639-F0A0-A4DA627B00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362" y="3392110"/>
            <a:ext cx="564995" cy="56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215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</Words>
  <Application>Microsoft Office PowerPoint</Application>
  <PresentationFormat>On-screen Show (16:9)</PresentationFormat>
  <Paragraphs>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Aparajita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BISWAJIT SASMAL</cp:lastModifiedBy>
  <cp:revision>4</cp:revision>
  <dcterms:modified xsi:type="dcterms:W3CDTF">2026-02-14T04:45:21Z</dcterms:modified>
</cp:coreProperties>
</file>